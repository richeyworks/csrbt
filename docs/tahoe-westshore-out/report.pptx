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159000"/>
            <a:ext cx="812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400" b="true">
                <a:solidFill>
                  <a:srgbClr val="1A1A19"/>
                </a:solidFill>
                <a:ea typeface="Calibri"/>
              </a:rPr>
              <a:t>🧪 Tahoe west-shore montane conifer stand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3810000"/>
            <a:ext cx="812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600" b="false">
                <a:solidFill>
                  <a:srgbClr val="666660"/>
                </a:solidFill>
                <a:latin typeface="Calibri"/>
              </a:rPr>
              <a:t>120 keys, seed 2026, window 200 ops — 0 phase(s), 2 model(s), 5 hypothesis(es)</a:t>
            </a:r>
          </a:p>
          <a:p>
            <a:r>
              <a:rPr lang="en-US" sz="1300" b="false">
                <a:solidFill>
                  <a:srgbClr val="666660"/>
                </a:solidFill>
                <a:latin typeface="Calibri"/>
              </a:rPr>
              <a:t>Run by the CSRBT ecology experiment engine — deterministic; every number on these slides reproduces from the spec.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17500"/>
            <a:ext cx="812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>
                <a:solidFill>
                  <a:srgbClr val="1A1A19"/>
                </a:solidFill>
                <a:latin typeface="Calibri"/>
              </a:rPr>
              <a:t>The hypotheses, graded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812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richness(canopy) &lt;= 6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5.000000)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C03030"/>
                </a:solidFill>
                <a:ea typeface="Calibri"/>
              </a:rPr>
              <a:t>❌ REFUTED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evenness(canopy) is uneven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moderate)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turnover(canopy, understory) is major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major)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C03030"/>
                </a:solidFill>
                <a:ea typeface="Calibri"/>
              </a:rPr>
              <a:t>❌ REFUTED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shannon(understory) &gt; 1.4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1.305096)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evenness(structure) is very-even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very-even)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17500"/>
            <a:ext cx="812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>
                <a:solidFill>
                  <a:srgbClr val="1A1A19"/>
                </a:solidFill>
                <a:latin typeface="Calibri"/>
              </a:rPr>
              <a:t>The field notebook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812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clear sky, no cloud and no smoke -- deep unscattered blue to the horizon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sun high and shadows short -- near midday, and the lake is unruffled inshore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snow persists only on the highest north-facing benches of the far range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full leaf-out in the shrub layer and no snow at the viewpoint -- early summer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lake water reads deep blue with no green cast, consistent with an oligotrophic, low-productivity water column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[canopy]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two species carry the stand -- white fir and Jeffrey pine; the rest are scattered individuals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[canopy]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one grey standing snag mid-frame, crown intact, no foliage -- recent mortality, still holding branch structure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[structure]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the view corridor itself is a canopy gap; regeneration visible along its floor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[understory]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shrub layer is continuous on the open bench and absent under closed canopy -- a light-driven boundary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NO FIELD -- aspect and slope of the bench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NO FIELD -- bearing, which is what would settle whether the far skyline is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the Carson Range or the Sierra crest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photograph by Morgan Linton (@morganlinton); site is his framing, not metadata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